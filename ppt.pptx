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47" d="100"/>
          <a:sy n="47" d="100"/>
        </p:scale>
        <p:origin x="1046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56A2C-7FE5-D45D-A32F-4FCA1E39E8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803A9C-3987-4DB9-5A2B-F946DBCA9F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643D9D-4BED-DB22-EF31-0DFE42788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19B1C-E922-482A-991A-E5088CA13F62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EACC12-2CAF-73CC-18AB-311D9B491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6EFCB4-5C27-20D0-0F1D-1D86700AA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DCC78-7D26-4100-896F-E1A7B53899C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9507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66E4D-2286-E00C-C277-25630706F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66F720-6232-EE24-1195-A07FBE7819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A4F3D6-9A91-095C-DD10-412A56A15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19B1C-E922-482A-991A-E5088CA13F62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0DB9B5-D413-F409-EB1D-AC4481AD3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6FE5B-D12F-35D1-B508-42F37C42D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DCC78-7D26-4100-896F-E1A7B53899C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5531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6031A-51C6-6A77-7DFD-240F619DF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089F9B-15EF-79F1-18D0-CB87949210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17EA7C-1613-3B9D-62FC-9EBA61B3A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19B1C-E922-482A-991A-E5088CA13F62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89E489-6999-A026-75FC-B283454BC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8BD31F-A2FC-06DC-079D-11EA8B6D5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DCC78-7D26-4100-896F-E1A7B53899C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9757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B4849-C57F-D45F-3904-D2CB5CF5A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631CED-4DCB-D12B-2AFF-7B17460513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5EF54E-36FC-F521-57E5-308250A200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6203BD-7DE1-CD60-D12F-A26215794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19B1C-E922-482A-991A-E5088CA13F62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D26097-B422-C0C6-A72B-EA88A205C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452491-9EB2-BC9B-D239-77483870B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DCC78-7D26-4100-896F-E1A7B53899C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0380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D54A2-5D11-8EFE-926E-B82FB79ED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F13B6A-7062-7ADC-2058-F5B4E292BC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FA3B73-BFD9-3679-8338-BA5D998A62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BA4AA3-A323-DCBD-7632-2E71FDC45C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63A208-97C0-2943-F174-B4498465CC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195EC40-8F26-BB58-C267-C4BC7F915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19B1C-E922-482A-991A-E5088CA13F62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3F04B3-29AB-4F23-A8E9-6C71792DB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660407-8D77-07CB-D8B9-D863FDF09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DCC78-7D26-4100-896F-E1A7B53899C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616948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9659B-FC21-8FAB-E7BA-72E8932A1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4D1189-3B86-B25A-EA9F-C49AA11DD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19B1C-E922-482A-991A-E5088CA13F62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33E7B6-E4E9-4B98-A3F4-A8434CF35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FB5EFE-3007-3445-DA8A-33838C8B4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DCC78-7D26-4100-896F-E1A7B53899C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70233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816CC1-ED79-E4AA-B6A9-C61EC7D75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19B1C-E922-482A-991A-E5088CA13F62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B4B039-B05A-3C2A-2A37-962A8BFEF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FA2984-7F14-DDFF-904D-FCBC527D59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DCC78-7D26-4100-896F-E1A7B53899C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7612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0BE71-BEE0-CF01-DE4D-4870C12DA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F387BB-C5A1-696B-7680-185D98270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AE5589-F559-A362-64D7-3EB2D200C3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1DFDE6-9DE2-40A7-2962-A58D055F7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19B1C-E922-482A-991A-E5088CA13F62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C17B3-B9C6-4788-207E-F03B5BAB7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2A733F-9A18-3475-618F-C9BAD904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DCC78-7D26-4100-896F-E1A7B53899C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541009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04D73-D988-C9AE-8E2A-56A40CF1FF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CBC03B-F9F9-FFA9-0503-5D6557B9479C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EBC37A-4B05-B7A9-4A64-24DD2A2C64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C1646B-91B1-9452-A67E-A9429A6ED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19B1C-E922-482A-991A-E5088CA13F62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24C0A5-DCD3-1765-37F3-B853849BA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37561B-CA0C-56A7-0B69-C70BA8B7D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DCC78-7D26-4100-896F-E1A7B53899C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30022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03016-5D40-E9D3-5902-47A728C4FB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3E8910-3EEA-6288-D349-8088FEA37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3359B6-27CB-BA87-F638-64AA69902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19B1C-E922-482A-991A-E5088CA13F62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638FE-14C6-28EC-0B33-51DF0AF22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886F3-A3E7-A6EA-D3E3-E37A9CE90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DCC78-7D26-4100-896F-E1A7B53899C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0174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358D9C8-752B-C56E-AF1B-B442B87D92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27DBFA-F3FC-975B-55EA-CF7750E673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D02A3C-A19F-F31B-CA85-592C0CAB5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19B1C-E922-482A-991A-E5088CA13F62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1F138F-4379-6688-097B-3CDE580DB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1C2D1-BBBC-6A7C-25BD-CFE6E7B59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DCC78-7D26-4100-896F-E1A7B53899C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245993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3780F2-48FC-FCC9-2062-4E9F4E031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9842DE-9BED-B406-87C3-5D3E78272F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54D208-43CA-9648-573C-539FC77ADF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D19B1C-E922-482A-991A-E5088CA13F62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AD261F-2783-AC43-A546-A30FECCD08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A79340-AA38-811C-3A03-16290EBC84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6DCC78-7D26-4100-896F-E1A7B53899C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352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2DC78-11C9-5640-D8CE-F6027242E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5617" y="1722783"/>
            <a:ext cx="10482470" cy="1457739"/>
          </a:xfrm>
        </p:spPr>
        <p:txBody>
          <a:bodyPr>
            <a:noAutofit/>
          </a:bodyPr>
          <a:lstStyle/>
          <a:p>
            <a:r>
              <a:rPr lang="en-IN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AI-POWERED SYNTHETIC SCENARIO GENERATOR</a:t>
            </a:r>
            <a:br>
              <a:rPr lang="en-IN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3BA68D-40CC-6736-B64C-48C643E5F291}"/>
              </a:ext>
            </a:extLst>
          </p:cNvPr>
          <p:cNvSpPr txBox="1"/>
          <p:nvPr/>
        </p:nvSpPr>
        <p:spPr>
          <a:xfrm>
            <a:off x="6811617" y="3008243"/>
            <a:ext cx="48105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CTGAN-Based Synthetic Data Generation for Rare Network Attack Detection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3595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CF978-E151-B560-3131-2E60FAF14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8FFD88-F126-8B56-091C-CDE8F53D28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intrusion detection systems use machine-learning techniques to identify normal network traffic and malicious activities. However, network traffic datasets often contain an unequal distribution of attack categories, with some attacks having very few training samples.</a:t>
            </a:r>
          </a:p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class imbalance can make it difficult for a classifier to learn the characteristics of rare attacks, potentially resulting in poor detection performance.</a:t>
            </a:r>
          </a:p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Therefore, this project investigates the use of CTGAN (Conditional Tabular Generative Adversarial Network) to generate synthetic samples for a minority attack category and evaluates whether augmenting the training dataset improves rare-attack detection.</a:t>
            </a:r>
          </a:p>
          <a:p>
            <a:pPr marL="0" indent="0" algn="just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9490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37EB5-12DE-CDAA-8BB4-2AC6BA8AE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5239" y="65916"/>
            <a:ext cx="10515600" cy="795476"/>
          </a:xfrm>
        </p:spPr>
        <p:txBody>
          <a:bodyPr>
            <a:norm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2A396-5259-9B76-381C-47DD5DF4B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2278" y="861392"/>
            <a:ext cx="11181522" cy="5996607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 Objective</a:t>
            </a:r>
          </a:p>
          <a:p>
            <a:pPr marL="0" indent="0" algn="just"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an AI-powered synthetic data generation framework that investigates the effect of augmenting rare network attack samples on intrusion detection performance.</a:t>
            </a:r>
          </a:p>
          <a:p>
            <a:pPr marL="0" indent="0" algn="just">
              <a:buNone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Specific Objectives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analyze the UNSW-NB15 dataset and identify minority attack categories.</a:t>
            </a:r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preprocess and prepare the selected rare-attack records for synthetic data generation.</a:t>
            </a:r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train CTGAN and generate additional synthetic samples for the selected attack category.</a:t>
            </a:r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validate synthetic data using statistical comparisons and feature-distribution analysis.</a:t>
            </a:r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train Random Forest classifiers using real-only and augmented training datasets.</a:t>
            </a:r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compare accuracy, precision, recall, F1-score, and rare-class detection performance.</a:t>
            </a:r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present dataset statistics, synthetic data, and evaluation results through a dashboard.</a:t>
            </a:r>
          </a:p>
          <a:p>
            <a:pPr marL="0" indent="0" algn="just">
              <a:buNone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35097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3D6A8-775B-7362-B87C-E776443A5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045028"/>
          </a:xfrm>
        </p:spPr>
        <p:txBody>
          <a:bodyPr>
            <a:normAutofit fontScale="90000"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Gaps Identified from Literature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3782F5-C484-79FA-2CC0-6C879E7ADD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943" y="1159329"/>
            <a:ext cx="11691257" cy="5551714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Limited Targeted Generation of Rare Attack Samples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Existing GAN-based approaches address class imbalance, but there is scope to investigate targeted synthetic data generation for highly underrepresented attack categories in the UNSW-NB15 dataset.</a:t>
            </a:r>
          </a:p>
          <a:p>
            <a:pPr marL="0" indent="0" algn="just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Need for a Simpler CTGAN-Based Framework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Some existing approaches use complex architectures, multiple GAN variants, or ensemble models. A simpler CTGAN-based pipeline can be investigated for targeted minority-class augmentation.</a:t>
            </a:r>
          </a:p>
          <a:p>
            <a:pPr marL="0" indent="0" algn="just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 Limited Evaluation of Real-Only vs. Augmented Training Data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The effect of adding synthetic attack samples needs to be assessed through a direct comparison between a classifier trained on real data and one trained on real-plus-synthetic data.</a:t>
            </a:r>
          </a:p>
          <a:p>
            <a:pPr marL="0" indent="0" algn="just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5085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E58E87-E6DD-ADDB-5FE4-7DB8BD0194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7" y="424543"/>
            <a:ext cx="11609614" cy="617220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 for Synthetic Data Validation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Generating synthetic records does not automatically guarantee realistic network traffic. Statistical properties and feature distributions should be compared with the original minority-class data.</a:t>
            </a:r>
          </a:p>
          <a:p>
            <a:pPr marL="0" indent="0" algn="just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 Limited Focus on Class-Specific Detection Performance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Overall accuracy may not adequately represent performance on rare attacks. Minority-class precision, recall, and F1-score should also be evaluated.</a:t>
            </a:r>
          </a:p>
          <a:p>
            <a:pPr marL="0" indent="0" algn="just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Opportunity to Combine Synthetic Generation with Existing IDS Classifiers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Research on CNN-LSTM, reinforcement learning, and cost-sensitive learning explores alternative detection strategies. This project investigates CTGAN-based augmentation with a Random Forest classifier as a focused experimental approach.</a:t>
            </a:r>
          </a:p>
          <a:p>
            <a:pPr marL="0" indent="0" algn="just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6728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130E4-E4F2-BB9A-0E9D-9974654A0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3286"/>
            <a:ext cx="10515600" cy="832758"/>
          </a:xfrm>
        </p:spPr>
        <p:txBody>
          <a:bodyPr>
            <a:norm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Methodology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F419D4-B8FC-E46D-1F27-A44431E9B7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043" y="1126670"/>
            <a:ext cx="10727871" cy="5388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1637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466</Words>
  <Application>Microsoft Office PowerPoint</Application>
  <PresentationFormat>Widescreen</PresentationFormat>
  <Paragraphs>32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Times New Roman</vt:lpstr>
      <vt:lpstr>Office Theme</vt:lpstr>
      <vt:lpstr>AI-POWERED SYNTHETIC SCENARIO GENERATOR </vt:lpstr>
      <vt:lpstr>Problem Statement</vt:lpstr>
      <vt:lpstr>Objectives</vt:lpstr>
      <vt:lpstr>Research Gaps Identified from Literature Review</vt:lpstr>
      <vt:lpstr>PowerPoint Presentation</vt:lpstr>
      <vt:lpstr>Proposed Methodology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spandanakulal0123@gmail.com</dc:creator>
  <cp:lastModifiedBy>spandanakulal0123@gmail.com</cp:lastModifiedBy>
  <cp:revision>2</cp:revision>
  <dcterms:created xsi:type="dcterms:W3CDTF">2026-10-12T13:39:30Z</dcterms:created>
  <dcterms:modified xsi:type="dcterms:W3CDTF">2026-10-13T04:28:56Z</dcterms:modified>
</cp:coreProperties>
</file>