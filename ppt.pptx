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77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56A2C-7FE5-D45D-A32F-4FCA1E39E8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803A9C-3987-4DB9-5A2B-F946DBCA9F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43D9D-4BED-DB22-EF31-0DFE42788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9B1C-E922-482A-991A-E5088CA13F62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ACC12-2CAF-73CC-18AB-311D9B491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EFCB4-5C27-20D0-0F1D-1D86700AA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DCC78-7D26-4100-896F-E1A7B53899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9507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66E4D-2286-E00C-C277-25630706F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6F720-6232-EE24-1195-A07FBE781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4F3D6-9A91-095C-DD10-412A56A15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9B1C-E922-482A-991A-E5088CA13F62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DB9B5-D413-F409-EB1D-AC4481AD3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6FE5B-D12F-35D1-B508-42F37C42D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DCC78-7D26-4100-896F-E1A7B53899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5531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6031A-51C6-6A77-7DFD-240F619DF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89F9B-15EF-79F1-18D0-CB8794921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7EA7C-1613-3B9D-62FC-9EBA61B3A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9B1C-E922-482A-991A-E5088CA13F62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9E489-6999-A026-75FC-B283454BC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BD31F-A2FC-06DC-079D-11EA8B6D5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DCC78-7D26-4100-896F-E1A7B53899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757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B4849-C57F-D45F-3904-D2CB5CF5A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31CED-4DCB-D12B-2AFF-7B17460513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5EF54E-36FC-F521-57E5-308250A200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203BD-7DE1-CD60-D12F-A26215794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9B1C-E922-482A-991A-E5088CA13F62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D26097-B422-C0C6-A72B-EA88A205C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452491-9EB2-BC9B-D239-77483870B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DCC78-7D26-4100-896F-E1A7B53899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380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D54A2-5D11-8EFE-926E-B82FB79ED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F13B6A-7062-7ADC-2058-F5B4E292B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A3B73-BFD9-3679-8338-BA5D998A6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BA4AA3-A323-DCBD-7632-2E71FDC45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63A208-97C0-2943-F174-B4498465CC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95EC40-8F26-BB58-C267-C4BC7F91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9B1C-E922-482A-991A-E5088CA13F62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3F04B3-29AB-4F23-A8E9-6C71792DB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660407-8D77-07CB-D8B9-D863FDF09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DCC78-7D26-4100-896F-E1A7B53899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694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9659B-FC21-8FAB-E7BA-72E8932A1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4D1189-3B86-B25A-EA9F-C49AA11DD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9B1C-E922-482A-991A-E5088CA13F62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33E7B6-E4E9-4B98-A3F4-A8434CF35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FB5EFE-3007-3445-DA8A-33838C8B4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DCC78-7D26-4100-896F-E1A7B53899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7023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816CC1-ED79-E4AA-B6A9-C61EC7D75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9B1C-E922-482A-991A-E5088CA13F62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B4B039-B05A-3C2A-2A37-962A8BFEF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FA2984-7F14-DDFF-904D-FCBC527D5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DCC78-7D26-4100-896F-E1A7B53899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61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0BE71-BEE0-CF01-DE4D-4870C12DA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387BB-C5A1-696B-7680-185D98270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AE5589-F559-A362-64D7-3EB2D200C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DFDE6-9DE2-40A7-2962-A58D055F7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9B1C-E922-482A-991A-E5088CA13F62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C17B3-B9C6-4788-207E-F03B5BAB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2A733F-9A18-3475-618F-C9BAD904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DCC78-7D26-4100-896F-E1A7B53899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10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04D73-D988-C9AE-8E2A-56A40CF1F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CBC03B-F9F9-FFA9-0503-5D6557B9479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EBC37A-4B05-B7A9-4A64-24DD2A2C64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C1646B-91B1-9452-A67E-A9429A6ED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9B1C-E922-482A-991A-E5088CA13F62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24C0A5-DCD3-1765-37F3-B853849BA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37561B-CA0C-56A7-0B69-C70BA8B7D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DCC78-7D26-4100-896F-E1A7B53899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02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03016-5D40-E9D3-5902-47A728C4F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3E8910-3EEA-6288-D349-8088FEA37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359B6-27CB-BA87-F638-64AA69902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9B1C-E922-482A-991A-E5088CA13F62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638FE-14C6-28EC-0B33-51DF0AF22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886F3-A3E7-A6EA-D3E3-E37A9CE90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DCC78-7D26-4100-896F-E1A7B53899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174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58D9C8-752B-C56E-AF1B-B442B87D92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27DBFA-F3FC-975B-55EA-CF7750E67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02A3C-A19F-F31B-CA85-592C0CAB5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9B1C-E922-482A-991A-E5088CA13F62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F138F-4379-6688-097B-3CDE580DB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1C2D1-BBBC-6A7C-25BD-CFE6E7B59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DCC78-7D26-4100-896F-E1A7B53899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599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3780F2-48FC-FCC9-2062-4E9F4E031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9842DE-9BED-B406-87C3-5D3E78272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4D208-43CA-9648-573C-539FC77ADF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D19B1C-E922-482A-991A-E5088CA13F62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D261F-2783-AC43-A546-A30FECCD08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79340-AA38-811C-3A03-16290EBC84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6DCC78-7D26-4100-896F-E1A7B53899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352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2DC78-11C9-5640-D8CE-F6027242EF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5617" y="1722783"/>
            <a:ext cx="10482470" cy="1457739"/>
          </a:xfrm>
        </p:spPr>
        <p:txBody>
          <a:bodyPr>
            <a:no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SYNTHETIC SCENARIO GENERATOR</a:t>
            </a:r>
            <a:b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3BA68D-40CC-6736-B64C-48C643E5F291}"/>
              </a:ext>
            </a:extLst>
          </p:cNvPr>
          <p:cNvSpPr txBox="1"/>
          <p:nvPr/>
        </p:nvSpPr>
        <p:spPr>
          <a:xfrm>
            <a:off x="6811617" y="3008243"/>
            <a:ext cx="48105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CTGAN-Based Synthetic Data Generation for Rare Network Attack Detection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595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CF978-E151-B560-3131-2E60FAF14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FFD88-F126-8B56-091C-CDE8F53D2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intrusion detection systems use machine-learning techniques to identify normal network traffic and malicious activities. However, network traffic datasets often contain an unequal distribution of attack categories, with some attacks having very few training samples.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class imbalance can make it difficult for a classifier to learn the characteristics of rare attacks, potentially resulting in poor detection performance.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this project investigates the use of CTGAN (Conditional Tabular Generative Adversarial Network) to generate synthetic samples for a minority attack category and evaluates whether augmenting the training dataset improves rare-attack detection.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9490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37EB5-12DE-CDAA-8BB4-2AC6BA8AE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239" y="65916"/>
            <a:ext cx="10515600" cy="795476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2A396-5259-9B76-381C-47DD5DF4B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278" y="861392"/>
            <a:ext cx="11181522" cy="59966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Objective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AI-powered synthetic data generation framework that investigates the effect of augmenting rare network attack samples on intrusion detection performance.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the UNSW-NB15 dataset and identify minority attack categories.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preprocess and prepare the selected rare-attack records for synthetic data generation.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train CTGAN and generate additional synthetic samples for the selected attack category.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validate synthetic data using statistical comparisons and feature-distribution analysis.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train Random Forest classifiers using real-only and augmented training datasets.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accuracy, precision, recall, F1-score, and rare-class detection performance.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present dataset statistics, synthetic data, and evaluation results through a dashboard.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509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3D6A8-775B-7362-B87C-E776443A5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782F5-C484-79FA-2CC0-6C879E7AD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085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236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Times New Roman</vt:lpstr>
      <vt:lpstr>Office Theme</vt:lpstr>
      <vt:lpstr>AI-POWERED SYNTHETIC SCENARIO GENERATOR </vt:lpstr>
      <vt:lpstr>Problem Statement</vt:lpstr>
      <vt:lpstr>Objectives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spandanakulal0123@gmail.com</dc:creator>
  <cp:lastModifiedBy>spandanakulal0123@gmail.com</cp:lastModifiedBy>
  <cp:revision>1</cp:revision>
  <dcterms:created xsi:type="dcterms:W3CDTF">2026-10-12T13:39:30Z</dcterms:created>
  <dcterms:modified xsi:type="dcterms:W3CDTF">2026-10-12T14:08:14Z</dcterms:modified>
</cp:coreProperties>
</file>